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Reporte de Estado de Proyectos Mensual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Generado: 2026-02-05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Marketing Global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$1,586,000</a:t>
            </a:r>
          </a:p>
          <a:p>
            <a:r>
              <a:t>Fecha Go-Live: 2024-02-08</a:t>
            </a:r>
          </a:p>
          <a:p>
            <a:r>
              <a:t>Project Manager: K. Muñoz</a:t>
            </a:r>
          </a:p>
          <a:p>
            <a:r>
              <a:t>Estado: Rojo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Migración Infraestructura Interno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$2,842,000</a:t>
            </a:r>
          </a:p>
          <a:p>
            <a:r>
              <a:t>Fecha Go-Live: 2024-06-24</a:t>
            </a:r>
          </a:p>
          <a:p>
            <a:r>
              <a:t>Project Manager: M. García</a:t>
            </a:r>
          </a:p>
          <a:p>
            <a:r>
              <a:t>Estado: Rojo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Despliegue Cumplimiento Interno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$2,718,000</a:t>
            </a:r>
          </a:p>
          <a:p>
            <a:r>
              <a:t>Fecha Go-Live: 2024-08-04</a:t>
            </a:r>
          </a:p>
          <a:p>
            <a:r>
              <a:t>Project Manager: A. López</a:t>
            </a:r>
          </a:p>
          <a:p>
            <a:r>
              <a:t>Estado: Amarillo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Marketing Interno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$2,661,000</a:t>
            </a:r>
          </a:p>
          <a:p>
            <a:r>
              <a:t>Fecha Go-Live: 2024-08-06</a:t>
            </a:r>
          </a:p>
          <a:p>
            <a:r>
              <a:t>Project Manager: L. Rodríguez</a:t>
            </a:r>
          </a:p>
          <a:p>
            <a:r>
              <a:t>Estado: Amarillo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Plataforma RRHH Local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$2,125,000</a:t>
            </a:r>
          </a:p>
          <a:p>
            <a:r>
              <a:t>Fecha Go-Live: 2024-07-05</a:t>
            </a:r>
          </a:p>
          <a:p>
            <a:r>
              <a:t>Project Manager: M. García</a:t>
            </a:r>
          </a:p>
          <a:p>
            <a:r>
              <a:t>Estado: Rojo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Actualización RRHH Interno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$1,748,000</a:t>
            </a:r>
          </a:p>
          <a:p>
            <a:r>
              <a:t>Fecha Go-Live: 2024-11-10</a:t>
            </a:r>
          </a:p>
          <a:p>
            <a:r>
              <a:t>Project Manager: A. López</a:t>
            </a:r>
          </a:p>
          <a:p>
            <a:r>
              <a:t>Estado: Rojo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Actualización Infraestructura Regional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$1,692,000</a:t>
            </a:r>
          </a:p>
          <a:p>
            <a:r>
              <a:t>Fecha Go-Live: 2024-09-16</a:t>
            </a:r>
          </a:p>
          <a:p>
            <a:r>
              <a:t>Project Manager: A. López</a:t>
            </a:r>
          </a:p>
          <a:p>
            <a:r>
              <a:t>Estado: Amarillo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Iniciativa Infraestructura Estratégico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$1,681,000</a:t>
            </a:r>
          </a:p>
          <a:p>
            <a:r>
              <a:t>Fecha Go-Live: 2024-09-10</a:t>
            </a:r>
          </a:p>
          <a:p>
            <a:r>
              <a:t>Project Manager: L. Rodríguez</a:t>
            </a:r>
          </a:p>
          <a:p>
            <a:r>
              <a:t>Estado: Amarillo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Infraestructura Interno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$1,879,000</a:t>
            </a:r>
          </a:p>
          <a:p>
            <a:r>
              <a:t>Fecha Go-Live: 2024-01-21</a:t>
            </a:r>
          </a:p>
          <a:p>
            <a:r>
              <a:t>Project Manager: L. Rodríguez</a:t>
            </a:r>
          </a:p>
          <a:p>
            <a:r>
              <a:t>Estado: Amarillo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Iniciativa RRHH Global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Presupuesto Aprobado: $1,252,000</a:t>
            </a:r>
          </a:p>
          <a:p>
            <a:r>
              <a:t>Fecha Go-Live: 2024-02-13</a:t>
            </a:r>
          </a:p>
          <a:p>
            <a:r>
              <a:t>Project Manager: J. Pérez</a:t>
            </a:r>
          </a:p>
          <a:p>
            <a:r>
              <a:t>Estado: Amarillo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